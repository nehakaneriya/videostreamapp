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797675" cy="98726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06363" y="739775"/>
            <a:ext cx="6584950" cy="37036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7316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06363" y="739775"/>
            <a:ext cx="6584950" cy="37036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26068f6ec_0_0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26068f6ec_0_0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6068f6ec_0_5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26068f6ec_0_5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26068f6ec_0_5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26068f6ec_0_11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26068f6ec_0_11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26068f6ec_0_11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26068f6ec_0_17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26068f6ec_0_17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26068f6ec_0_17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26068f6ec_0_23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26068f6ec_0_23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26068f6ec_0_23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26068f6ec_0_29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26068f6ec_0_29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26068f6ec_0_29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26068f6ec_0_35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26068f6ec_0_35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26068f6ec_0_35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26068f6ec_0_41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26068f6ec_0_41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26068f6ec_0_41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6068f6ec_0_47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26068f6ec_0_47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f26068f6ec_0_47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6068f6ec_0_53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26068f6ec_0_53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26068f6ec_0_53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26068f6ec_0_59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26068f6ec_0_59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26068f6ec_0_59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26068f6ec_0_65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26068f6ec_0_65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26068f6ec_0_65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26068f6ec_0_71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26068f6ec_0_71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26068f6ec_0_71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26068f6ec_0_77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26068f6ec_0_77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26068f6ec_0_77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26068f6ec_0_83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26068f6ec_0_83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26068f6ec_0_83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6068f6ec_0_89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26068f6ec_0_89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f26068f6ec_0_89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26068f6ec_0_95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26068f6ec_0_95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26068f6ec_0_95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26068f6ec_0_101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26068f6ec_0_101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26068f6ec_0_101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26068f6ec_0_107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26068f6ec_0_107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26068f6ec_0_113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26068f6ec_0_113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26068f6ec_0_119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f26068f6ec_0_119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26068f6ec_0_125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26068f6ec_0_125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26068f6ec_0_125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26068f6ec_0_131:notes"/>
          <p:cNvSpPr/>
          <p:nvPr>
            <p:ph idx="2" type="sldImg"/>
          </p:nvPr>
        </p:nvSpPr>
        <p:spPr>
          <a:xfrm>
            <a:off x="106363" y="739775"/>
            <a:ext cx="6585000" cy="370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26068f6ec_0_131:notes"/>
          <p:cNvSpPr txBox="1"/>
          <p:nvPr>
            <p:ph idx="1" type="body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f26068f6ec_0_131:notes"/>
          <p:cNvSpPr txBox="1"/>
          <p:nvPr>
            <p:ph idx="12" type="sldNum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6203567"/>
            <a:ext cx="12191996" cy="6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-2"/>
            <a:ext cx="12191996" cy="559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609600" y="274638"/>
            <a:ext cx="109728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1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09600" y="1732549"/>
            <a:ext cx="10972800" cy="43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609600" y="1858874"/>
            <a:ext cx="53847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197600" y="1858974"/>
            <a:ext cx="53847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609600" y="1876926"/>
            <a:ext cx="5386800" cy="4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6193368" y="1911350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4766725" y="273050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609600" y="1913024"/>
            <a:ext cx="4011000" cy="42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" y="6203567"/>
            <a:ext cx="12191996" cy="69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7000" y="54145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914400" y="1120914"/>
            <a:ext cx="10363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Title of Project</a:t>
            </a:r>
            <a:r>
              <a:rPr b="1" i="0" lang="en-IN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i="0" sz="20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476500" y="2042112"/>
            <a:ext cx="72390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Candidate Name</a:t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Enrollment</a:t>
            </a:r>
            <a:r>
              <a:rPr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No.: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to  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MCA Department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 Patel Institute of Computer Studies</a:t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8811" y="5386596"/>
            <a:ext cx="1951589" cy="633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6200" y="50847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/>
              <a:t>1.1 Project Profile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228600" y="1764624"/>
            <a:ext cx="11360700" cy="3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1.2 About Organization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15600" y="1784675"/>
            <a:ext cx="11360700" cy="4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2.1 Problem Statement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415600" y="1804725"/>
            <a:ext cx="11360700" cy="42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2.2 Existing System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415600" y="1764625"/>
            <a:ext cx="11360700" cy="43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2.2.1 Drawbacks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2.3 Proposed Systems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2.3.1 Comparison Study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2.3.2 Modules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3.1 Hardware Requirements</a:t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3.2 Software Requirements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4.1 Time Line Chart</a:t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4.2 Data Dictionary</a:t>
            </a:r>
            <a:endParaRPr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4.3 ER Diagram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4.4.1 Use Case Diagrams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4.4.2 Use Case Diagrams</a:t>
            </a:r>
            <a:endParaRPr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4.4.3 Sequence Diagrams</a:t>
            </a:r>
            <a:endParaRPr/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4.4.4 </a:t>
            </a:r>
            <a:r>
              <a:rPr lang="en-IN"/>
              <a:t>Collaboration</a:t>
            </a:r>
            <a:r>
              <a:rPr lang="en-IN"/>
              <a:t> Diagrams</a:t>
            </a:r>
            <a:endParaRPr/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4.4.5 Class Diagrams</a:t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4.5 Input Design</a:t>
            </a:r>
            <a:endParaRPr/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4.6 Output Design</a:t>
            </a:r>
            <a:endParaRPr/>
          </a:p>
        </p:txBody>
      </p:sp>
      <p:sp>
        <p:nvSpPr>
          <p:cNvPr id="234" name="Google Shape;234;p34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5.1 System Testing</a:t>
            </a:r>
            <a:endParaRPr/>
          </a:p>
        </p:txBody>
      </p:sp>
      <p:sp>
        <p:nvSpPr>
          <p:cNvPr id="241" name="Google Shape;241;p35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6. Conclusion and Future Enhacement</a:t>
            </a:r>
            <a:endParaRPr/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7. </a:t>
            </a:r>
            <a:r>
              <a:rPr lang="en-IN"/>
              <a:t>Bibliography</a:t>
            </a:r>
            <a:r>
              <a:rPr lang="en-IN"/>
              <a:t> and References</a:t>
            </a:r>
            <a:endParaRPr/>
          </a:p>
        </p:txBody>
      </p:sp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