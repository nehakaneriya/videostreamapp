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797675" cy="98726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000"/>
    <a:srgbClr val="FCF2F2"/>
    <a:srgbClr val="EBA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7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6068f6ec_0_0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f26068f6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6068f6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" name="Google Shape;104;g3f26068f6ec_0_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f26068f6ec_0_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26068f6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1" name="Google Shape;111;g3f26068f6ec_0_1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f26068f6ec_0_1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6068f6e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8" name="Google Shape;118;g3f26068f6ec_0_1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26068f6ec_0_1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6068f6e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5" name="Google Shape;125;g3f26068f6ec_0_2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f26068f6ec_0_2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6068f6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2" name="Google Shape;132;g3f26068f6ec_0_2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f26068f6ec_0_2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26068f6e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9" name="Google Shape;139;g3f26068f6ec_0_3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f26068f6ec_0_3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26068f6e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6" name="Google Shape;146;g3f26068f6ec_0_4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26068f6ec_0_4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6068f6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3" name="Google Shape;153;g3f26068f6ec_0_4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f26068f6ec_0_4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26068f6e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7" name="Google Shape;167;g3f26068f6ec_0_5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f26068f6ec_0_5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6068f6e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1" name="Google Shape;181;g3f26068f6ec_0_7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26068f6ec_0_7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6068f6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8" name="Google Shape;188;g3f26068f6ec_0_7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f26068f6ec_0_7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26068f6e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5" name="Google Shape;195;g3f26068f6ec_0_8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f26068f6ec_0_8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26068f6e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9" name="Google Shape;209;g3f26068f6ec_0_9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26068f6ec_0_9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26068f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6" name="Google Shape;216;g3f26068f6ec_0_10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f26068f6ec_0_10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26068f6e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4" name="Google Shape;244;g3f26068f6ec_0_12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26068f6ec_0_12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26068f6ec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1" name="Google Shape;251;g3f26068f6ec_0_13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f26068f6ec_0_13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-2"/>
            <a:ext cx="12191996" cy="55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09600" y="1732549"/>
            <a:ext cx="10972800" cy="43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8588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197600" y="18589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609600" y="1876926"/>
            <a:ext cx="5386800" cy="4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93368" y="1911350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4766725" y="273050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609600" y="1913024"/>
            <a:ext cx="40110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27000" y="5414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914400" y="1120914"/>
            <a:ext cx="10363200" cy="792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StreamHub – Full-Stack Video Streaming Platform</a:t>
            </a:r>
            <a:endParaRPr lang="en-IN" sz="2000" b="1" dirty="0">
              <a:solidFill>
                <a:srgbClr val="C0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76500" y="1754202"/>
            <a:ext cx="7239000" cy="334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Name: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Neha Kaneriya 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No.: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25034211020</a:t>
            </a:r>
          </a:p>
          <a:p>
            <a:pPr lvl="0" algn="ctr">
              <a:spcBef>
                <a:spcPts val="800"/>
              </a:spcBef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Name: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Vidhi Kansagara </a:t>
            </a:r>
          </a:p>
          <a:p>
            <a:pPr lvl="0" algn="ctr">
              <a:spcBef>
                <a:spcPts val="600"/>
              </a:spcBef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Enrolment. No.: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25034211021</a:t>
            </a:r>
          </a:p>
          <a:p>
            <a:pPr lvl="0" algn="ctr">
              <a:spcBef>
                <a:spcPts val="600"/>
              </a:spcBef>
            </a:pP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to  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MCA Department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 Patel Institute of Computer Studies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8811" y="5386596"/>
            <a:ext cx="1951589" cy="633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6200" y="488809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/>
              <a:t>1.1 Project Profile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228600" y="1764624"/>
            <a:ext cx="11360700" cy="3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B462C-C25E-86B1-C717-BC80D86D3870}"/>
              </a:ext>
            </a:extLst>
          </p:cNvPr>
          <p:cNvSpPr/>
          <p:nvPr/>
        </p:nvSpPr>
        <p:spPr>
          <a:xfrm>
            <a:off x="777240" y="1900238"/>
            <a:ext cx="10637520" cy="742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FD7A2-B0F6-669E-F950-D8D9EC280095}"/>
              </a:ext>
            </a:extLst>
          </p:cNvPr>
          <p:cNvSpPr/>
          <p:nvPr/>
        </p:nvSpPr>
        <p:spPr>
          <a:xfrm>
            <a:off x="777240" y="2643188"/>
            <a:ext cx="10637520" cy="2027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641B4-A12D-F0FC-6FAD-4AC4A36D0523}"/>
              </a:ext>
            </a:extLst>
          </p:cNvPr>
          <p:cNvSpPr/>
          <p:nvPr/>
        </p:nvSpPr>
        <p:spPr>
          <a:xfrm>
            <a:off x="777240" y="4670323"/>
            <a:ext cx="10659660" cy="1540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1.2 About Organization</a:t>
            </a:r>
            <a:endParaRPr dirty="0"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415600" y="1784675"/>
            <a:ext cx="11360700" cy="43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2.1 Problem Statement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2.2 Existing System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2.2.1 Drawbacks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 Proposed Systems</a:t>
            </a:r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2.3.1 Comparison Study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2.3.2 Modules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3.1 Hardware Requirements</a:t>
            </a:r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3.2 Software Requirements</a:t>
            </a:r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4.1 Time Line Chart</a:t>
            </a:r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4.2 Data Dictionary</a:t>
            </a: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4.3 ER Diagram</a:t>
            </a: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4.4.1 Use Case Diagrams</a:t>
            </a: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4.4.2 Use Case Diagrams</a:t>
            </a: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4.4.3 Sequence Diagrams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4.4.4 Collaboration Diagrams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4.4.5 Class Diagrams</a:t>
            </a:r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4.5 Input Design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4.6 Output Design</a:t>
            </a:r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5.1 System Testing</a:t>
            </a:r>
            <a:endParaRPr/>
          </a:p>
        </p:txBody>
      </p:sp>
      <p:sp>
        <p:nvSpPr>
          <p:cNvPr id="241" name="Google Shape;241;p35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6. Conclusion and Future Enhacement</a:t>
            </a:r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7. Bibliography and References</a:t>
            </a:r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137</Words>
  <Application>Microsoft Office PowerPoint</Application>
  <PresentationFormat>Widescreen</PresentationFormat>
  <Paragraphs>54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Times New Roman</vt:lpstr>
      <vt:lpstr>Office Theme</vt:lpstr>
      <vt:lpstr>PowerPoint Presentation</vt:lpstr>
      <vt:lpstr>1.1 Project Profile</vt:lpstr>
      <vt:lpstr>1.2 About Organization</vt:lpstr>
      <vt:lpstr>2.1 Problem Statement</vt:lpstr>
      <vt:lpstr>2.2 Existing System</vt:lpstr>
      <vt:lpstr>2.2.1 Drawbacks </vt:lpstr>
      <vt:lpstr>2.3 Proposed Systems</vt:lpstr>
      <vt:lpstr>2.3.1 Comparison Study</vt:lpstr>
      <vt:lpstr>2.3.2 Modules </vt:lpstr>
      <vt:lpstr>3.1 Hardware Requirements</vt:lpstr>
      <vt:lpstr>3.2 Software Requirements</vt:lpstr>
      <vt:lpstr>4.1 Time Line Chart</vt:lpstr>
      <vt:lpstr>4.2 Data Dictionary</vt:lpstr>
      <vt:lpstr>4.3 ER Diagram</vt:lpstr>
      <vt:lpstr>4.4.1 Use Case Diagrams</vt:lpstr>
      <vt:lpstr>4.4.2 Use Case Diagrams</vt:lpstr>
      <vt:lpstr>4.4.3 Sequence Diagrams</vt:lpstr>
      <vt:lpstr>4.4.4 Collaboration Diagrams</vt:lpstr>
      <vt:lpstr>4.4.5 Class Diagrams</vt:lpstr>
      <vt:lpstr>4.5 Input Design</vt:lpstr>
      <vt:lpstr>4.6 Output Design</vt:lpstr>
      <vt:lpstr>5.1 System Testing</vt:lpstr>
      <vt:lpstr>6. Conclusion and Future Enhacement</vt:lpstr>
      <vt:lpstr>7. Bibliography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kaneriyaneha29@outlook.com</cp:lastModifiedBy>
  <cp:revision>88</cp:revision>
  <dcterms:modified xsi:type="dcterms:W3CDTF">2026-08-14T05:17:35Z</dcterms:modified>
</cp:coreProperties>
</file>